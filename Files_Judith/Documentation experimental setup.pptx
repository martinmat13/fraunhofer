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5" autoAdjust="0"/>
    <p:restoredTop sz="94660"/>
  </p:normalViewPr>
  <p:slideViewPr>
    <p:cSldViewPr snapToGrid="0" showGuides="1">
      <p:cViewPr varScale="1">
        <p:scale>
          <a:sx n="85" d="100"/>
          <a:sy n="85" d="100"/>
        </p:scale>
        <p:origin x="90" y="354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FB8CCF-0149-8337-D552-C58F684B0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E65E90-7DA8-D534-575A-0C5708D2B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DA7331-7B36-9B90-BF99-4842ACA4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D23DD2-6077-1062-285F-6CAB415B4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1BAB71-01B3-A7C3-5C27-52A7C107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413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D5BE3A-EC71-B1B4-E5A2-0A4FA7894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A316BF-0888-736B-584C-25D8412BA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4DCFA-816B-D7F3-7475-56253010D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56A0CE4-A4EE-0D23-0B8F-AFA42D796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77B9551-FE39-FFBB-B176-4C608CC2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055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442CAB-3E8B-DE63-7FE5-3C7238B51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1305205-32BE-D8D8-F52E-D7CB1D4158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E19115-D8DA-0808-EF9B-FEE02D71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BA8B1C-2F77-BF5A-815A-1C2DA3CC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3F540E-8BED-7A54-AEFD-1D8E6D11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074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4D78FC-4D82-D63C-FB44-C0CE4605E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55CC0F-403D-3BD0-05A9-D9C4D1B49A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C456AE1-07F0-A1F7-6FC4-AE85EF0E4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689BB1B-211B-7DDF-8C6D-10D7EAF3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481747-D40A-7938-93BB-2DFEAE648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2F9BEB-1C0D-A803-4E3D-EEFF38B89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1062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2CA644-4080-977A-BCDB-DB385EE5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6F8853-3A1A-CE38-9272-D819E0770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BBDA69A-60F3-1F9F-F027-FF1AF2D3A5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CB66B8-B1C5-B7A7-5E69-6BDD4554B0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08699BD-6096-D967-DF8B-79B15CDF6F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AEB920B-D0AF-B48D-E042-0804DB22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26CE16-0666-A29F-3205-3D3E4FBD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5EEC5DA-0A2C-F634-8C6A-34A50F20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3668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F3263E-065F-3697-A1DF-1407C419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AFBE57E-B2D8-1914-3188-89FAB514A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090F9A2-85A0-70F7-958E-0D439841B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62D9AA-1D73-3F76-4350-054036BA5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4657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435673E-6714-70CF-1CD0-1CB8A3248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D1F82E4-75CF-2616-8538-2468333BF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C3828D4-1C5A-0FD5-B35B-0F20034C4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9267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93F735-D594-BB2B-ED9F-4C9570C81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161E0E-7452-52CA-9843-364E0B966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B5046F9-4FED-0365-3EFF-F92FD9DE8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5BD4E3E-29F0-2802-8D09-4B6CC97A1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C267D8-F768-21AC-B71E-363D9173C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119E9-12DF-A755-64FC-47D61593B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912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85C505-F751-5F07-70C2-60FBF0A7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F38A89C-A0D3-E4C3-2C2C-E99D392DC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2536A71-482F-5A00-ACDD-69E4989BD2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F3BCFA-DD3D-6DBD-3AF9-F1378EBBE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7DFA9F-2326-C3F3-0FD8-A8F4E001A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9039863-9247-C353-D697-5AA32E6D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4641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A40563-62A2-9D9A-B281-295B89FC4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BA4FBF-2997-8A67-EF14-BC1A8440B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369605-54CF-3C6D-0D48-F5EF5DDCE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A32ACD1-DA70-C7EA-1293-26882D70B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3FA3E9E-C457-B71D-E8EA-38BBE8128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8908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DC9677D3-0F76-F232-0239-D8EBEB2CC4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8E478A-F8CC-6B52-8B39-7BD0CAE64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1211C4-1C74-C884-FDF1-9685F8E21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1F4E453-712A-AAE6-7699-77DE7E5D2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047D50-111E-029E-7FBD-9DB7CEE48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2838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627EF97-28A3-0857-2914-831EB5157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9B131B-F599-8A9D-90CC-2100361AF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11D61A-DAB3-D8C1-F8F3-B50DA11ED7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8FD015-0578-4B31-ADE5-00CCE2A1AC02}" type="datetimeFigureOut">
              <a:rPr lang="de-DE" smtClean="0"/>
              <a:t>03.07.2025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B3D441A-CB34-61D2-2ED3-3F108FE116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551677-4BD5-5C33-2CB7-2443A3939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486F1-4A62-42F3-96F8-8E2C910C6B8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341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3035-B4B9-E7EC-EFF3-01649A36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rafik 16">
            <a:extLst>
              <a:ext uri="{FF2B5EF4-FFF2-40B4-BE49-F238E27FC236}">
                <a16:creationId xmlns:a16="http://schemas.microsoft.com/office/drawing/2014/main" id="{950D4C1B-9598-8216-5E6B-BEB34AD163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891" y="830082"/>
            <a:ext cx="3898377" cy="5197836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225B5592-5852-523B-9794-C2AF8E130572}"/>
              </a:ext>
            </a:extLst>
          </p:cNvPr>
          <p:cNvSpPr txBox="1"/>
          <p:nvPr/>
        </p:nvSpPr>
        <p:spPr>
          <a:xfrm>
            <a:off x="5671423" y="3476096"/>
            <a:ext cx="1508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Placement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catalyst</a:t>
            </a:r>
            <a:r>
              <a:rPr lang="de-DE" dirty="0"/>
              <a:t> </a:t>
            </a:r>
            <a:r>
              <a:rPr lang="de-DE" dirty="0" err="1"/>
              <a:t>bed</a:t>
            </a:r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98CA368-16D6-69D8-AB8A-8EBA1DDFBC9A}"/>
              </a:ext>
            </a:extLst>
          </p:cNvPr>
          <p:cNvCxnSpPr>
            <a:cxnSpLocks/>
          </p:cNvCxnSpPr>
          <p:nvPr/>
        </p:nvCxnSpPr>
        <p:spPr>
          <a:xfrm>
            <a:off x="2814240" y="3806699"/>
            <a:ext cx="260442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Rechteck 3">
            <a:extLst>
              <a:ext uri="{FF2B5EF4-FFF2-40B4-BE49-F238E27FC236}">
                <a16:creationId xmlns:a16="http://schemas.microsoft.com/office/drawing/2014/main" id="{0E0286CF-C814-3717-E721-43084AED2E1A}"/>
              </a:ext>
            </a:extLst>
          </p:cNvPr>
          <p:cNvSpPr/>
          <p:nvPr/>
        </p:nvSpPr>
        <p:spPr>
          <a:xfrm rot="60355">
            <a:off x="2760400" y="3127294"/>
            <a:ext cx="198990" cy="1207926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2E33B8A-2244-B477-9A30-4F9C1830C80C}"/>
              </a:ext>
            </a:extLst>
          </p:cNvPr>
          <p:cNvSpPr txBox="1"/>
          <p:nvPr/>
        </p:nvSpPr>
        <p:spPr>
          <a:xfrm>
            <a:off x="1021626" y="199839"/>
            <a:ext cx="367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Low </a:t>
            </a:r>
            <a:r>
              <a:rPr lang="de-DE" b="1" dirty="0" err="1"/>
              <a:t>flow</a:t>
            </a:r>
            <a:r>
              <a:rPr lang="de-DE" b="1" dirty="0"/>
              <a:t> </a:t>
            </a:r>
            <a:r>
              <a:rPr lang="de-DE" b="1" dirty="0" err="1"/>
              <a:t>setup</a:t>
            </a:r>
            <a:r>
              <a:rPr lang="de-DE" b="1" dirty="0"/>
              <a:t> (</a:t>
            </a:r>
            <a:r>
              <a:rPr lang="de-DE" b="1" dirty="0" err="1"/>
              <a:t>old</a:t>
            </a:r>
            <a:r>
              <a:rPr lang="de-DE" b="1" dirty="0"/>
              <a:t>, </a:t>
            </a:r>
            <a:r>
              <a:rPr lang="de-DE" b="1" dirty="0" err="1"/>
              <a:t>short</a:t>
            </a:r>
            <a:r>
              <a:rPr lang="de-DE" b="1" dirty="0"/>
              <a:t> </a:t>
            </a:r>
            <a:r>
              <a:rPr lang="de-DE" b="1" dirty="0" err="1"/>
              <a:t>bed</a:t>
            </a:r>
            <a:r>
              <a:rPr lang="de-DE" b="1" dirty="0"/>
              <a:t>)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500CE00-8DF0-3831-B4C3-1B49479D5A22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2740509" y="5329084"/>
            <a:ext cx="3355491" cy="709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2525FEBA-08BF-39F6-9471-6668D28B0000}"/>
              </a:ext>
            </a:extLst>
          </p:cNvPr>
          <p:cNvSpPr txBox="1"/>
          <p:nvPr/>
        </p:nvSpPr>
        <p:spPr>
          <a:xfrm>
            <a:off x="5902363" y="92499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Inlet</a:t>
            </a:r>
            <a:endParaRPr lang="de-DE" dirty="0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3011117-954A-8384-394A-27744CC111B4}"/>
              </a:ext>
            </a:extLst>
          </p:cNvPr>
          <p:cNvSpPr txBox="1"/>
          <p:nvPr/>
        </p:nvSpPr>
        <p:spPr>
          <a:xfrm>
            <a:off x="6096000" y="5144418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Outlet</a:t>
            </a: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FA7A92DF-2C19-C130-4FDF-7FCEBE2901F2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2915655" y="1109664"/>
            <a:ext cx="2986708" cy="1405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2746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5E71-C911-4B40-369D-860EE20B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8F87EA42-A157-9714-5FDF-37639539C4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1" r="25100" b="2660"/>
          <a:stretch>
            <a:fillRect/>
          </a:stretch>
        </p:blipFill>
        <p:spPr>
          <a:xfrm rot="16200000">
            <a:off x="4553494" y="-1853630"/>
            <a:ext cx="2683024" cy="10235967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099EBEA8-0D5E-0773-4B70-D60CA04BFAE9}"/>
              </a:ext>
            </a:extLst>
          </p:cNvPr>
          <p:cNvSpPr txBox="1"/>
          <p:nvPr/>
        </p:nvSpPr>
        <p:spPr>
          <a:xfrm>
            <a:off x="777022" y="854595"/>
            <a:ext cx="10235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First </a:t>
            </a:r>
            <a:r>
              <a:rPr lang="de-DE" b="1" dirty="0" err="1"/>
              <a:t>try</a:t>
            </a:r>
            <a:r>
              <a:rPr lang="de-DE" b="1" dirty="0"/>
              <a:t> </a:t>
            </a:r>
            <a:r>
              <a:rPr lang="de-DE" b="1" dirty="0" err="1"/>
              <a:t>of</a:t>
            </a:r>
            <a:r>
              <a:rPr lang="de-DE" b="1" dirty="0"/>
              <a:t> high </a:t>
            </a:r>
            <a:r>
              <a:rPr lang="de-DE" b="1" dirty="0" err="1"/>
              <a:t>flow</a:t>
            </a:r>
            <a:r>
              <a:rPr lang="de-DE" b="1" dirty="0"/>
              <a:t> </a:t>
            </a:r>
            <a:r>
              <a:rPr lang="de-DE" b="1" dirty="0" err="1"/>
              <a:t>setup</a:t>
            </a:r>
            <a:r>
              <a:rPr lang="de-DE" b="1" dirty="0"/>
              <a:t>, </a:t>
            </a:r>
            <a:r>
              <a:rPr lang="de-DE" b="1" dirty="0" err="1"/>
              <a:t>using</a:t>
            </a:r>
            <a:r>
              <a:rPr lang="de-DE" b="1" dirty="0"/>
              <a:t> </a:t>
            </a:r>
            <a:r>
              <a:rPr lang="de-DE" b="1" dirty="0" err="1"/>
              <a:t>glass</a:t>
            </a:r>
            <a:r>
              <a:rPr lang="de-DE" b="1" dirty="0"/>
              <a:t> </a:t>
            </a:r>
            <a:r>
              <a:rPr lang="de-DE" b="1" dirty="0" err="1"/>
              <a:t>wool</a:t>
            </a:r>
            <a:r>
              <a:rPr lang="de-DE" b="1" dirty="0"/>
              <a:t> </a:t>
            </a:r>
            <a:r>
              <a:rPr lang="de-DE" b="1" dirty="0" err="1"/>
              <a:t>to</a:t>
            </a:r>
            <a:r>
              <a:rPr lang="de-DE" b="1" dirty="0"/>
              <a:t> hold </a:t>
            </a:r>
            <a:r>
              <a:rPr lang="de-DE" b="1" dirty="0" err="1"/>
              <a:t>pellets</a:t>
            </a:r>
            <a:r>
              <a:rPr lang="de-DE" b="1" dirty="0"/>
              <a:t> in </a:t>
            </a:r>
            <a:r>
              <a:rPr lang="de-DE" b="1" dirty="0" err="1"/>
              <a:t>place</a:t>
            </a:r>
            <a:r>
              <a:rPr lang="de-DE" b="1" dirty="0"/>
              <a:t> </a:t>
            </a:r>
            <a:r>
              <a:rPr lang="de-DE" b="1" dirty="0" err="1"/>
              <a:t>resulted</a:t>
            </a:r>
            <a:r>
              <a:rPr lang="de-DE" b="1" dirty="0"/>
              <a:t> in high </a:t>
            </a:r>
            <a:r>
              <a:rPr lang="de-DE" b="1" dirty="0" err="1"/>
              <a:t>pressure</a:t>
            </a:r>
            <a:r>
              <a:rPr lang="de-DE" b="1" dirty="0"/>
              <a:t> </a:t>
            </a:r>
            <a:r>
              <a:rPr lang="de-DE" b="1" dirty="0" err="1"/>
              <a:t>drop</a:t>
            </a:r>
            <a:r>
              <a:rPr lang="de-DE" b="1" dirty="0"/>
              <a:t>, out </a:t>
            </a:r>
            <a:r>
              <a:rPr lang="de-DE" b="1" dirty="0" err="1"/>
              <a:t>of</a:t>
            </a:r>
            <a:r>
              <a:rPr lang="de-DE" b="1" dirty="0"/>
              <a:t> </a:t>
            </a:r>
            <a:r>
              <a:rPr lang="de-DE" b="1" dirty="0" err="1"/>
              <a:t>range</a:t>
            </a:r>
            <a:r>
              <a:rPr lang="de-DE" b="1" dirty="0"/>
              <a:t> </a:t>
            </a:r>
            <a:r>
              <a:rPr lang="de-DE" b="1" dirty="0" err="1"/>
              <a:t>for</a:t>
            </a:r>
            <a:r>
              <a:rPr lang="de-DE" b="1" dirty="0"/>
              <a:t> </a:t>
            </a:r>
            <a:r>
              <a:rPr lang="de-DE" b="1" dirty="0" err="1"/>
              <a:t>the</a:t>
            </a:r>
            <a:r>
              <a:rPr lang="de-DE" b="1" dirty="0"/>
              <a:t> </a:t>
            </a:r>
            <a:r>
              <a:rPr lang="de-DE" b="1" dirty="0" err="1"/>
              <a:t>sensor</a:t>
            </a:r>
            <a:endParaRPr lang="de-DE" b="1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FD2656C5-6501-B2C6-8B8E-031616DDC650}"/>
              </a:ext>
            </a:extLst>
          </p:cNvPr>
          <p:cNvCxnSpPr>
            <a:cxnSpLocks/>
          </p:cNvCxnSpPr>
          <p:nvPr/>
        </p:nvCxnSpPr>
        <p:spPr>
          <a:xfrm>
            <a:off x="4854222" y="1185333"/>
            <a:ext cx="2077156" cy="26980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795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2587288C-A9A7-27DE-A2B6-1BB5A6985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2"/>
          <a:stretch>
            <a:fillRect/>
          </a:stretch>
        </p:blipFill>
        <p:spPr>
          <a:xfrm>
            <a:off x="432618" y="447369"/>
            <a:ext cx="3302011" cy="5973095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00585BA9-1FD0-D847-EB04-9DDCED8023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0" t="27813" r="39050" b="37133"/>
          <a:stretch>
            <a:fillRect/>
          </a:stretch>
        </p:blipFill>
        <p:spPr>
          <a:xfrm>
            <a:off x="8259096" y="3839495"/>
            <a:ext cx="3136491" cy="2403985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C5E91736-A3B3-6A44-073E-C2AB2D6A1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898" b="20756"/>
          <a:stretch>
            <a:fillRect/>
          </a:stretch>
        </p:blipFill>
        <p:spPr>
          <a:xfrm rot="16200000">
            <a:off x="3977592" y="2565776"/>
            <a:ext cx="5885222" cy="1648407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90319A2B-5A4A-39DA-D468-3DD84F46ED78}"/>
              </a:ext>
            </a:extLst>
          </p:cNvPr>
          <p:cNvSpPr txBox="1"/>
          <p:nvPr/>
        </p:nvSpPr>
        <p:spPr>
          <a:xfrm>
            <a:off x="4463030" y="78381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Inlet</a:t>
            </a:r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AC033EA-DCDD-18D1-3E0F-42C6FA467D4B}"/>
              </a:ext>
            </a:extLst>
          </p:cNvPr>
          <p:cNvSpPr txBox="1"/>
          <p:nvPr/>
        </p:nvSpPr>
        <p:spPr>
          <a:xfrm>
            <a:off x="4113408" y="4075302"/>
            <a:ext cx="15083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Placement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catalyst</a:t>
            </a:r>
            <a:r>
              <a:rPr lang="de-DE" dirty="0"/>
              <a:t> </a:t>
            </a:r>
            <a:r>
              <a:rPr lang="de-DE" dirty="0" err="1"/>
              <a:t>bed</a:t>
            </a:r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353A1EB-F1CD-ACD9-D996-F8606D4EBC5D}"/>
              </a:ext>
            </a:extLst>
          </p:cNvPr>
          <p:cNvSpPr txBox="1"/>
          <p:nvPr/>
        </p:nvSpPr>
        <p:spPr>
          <a:xfrm>
            <a:off x="4474576" y="130492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Sensor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63D97F-E24B-7055-00AC-8963473AEF06}"/>
              </a:ext>
            </a:extLst>
          </p:cNvPr>
          <p:cNvSpPr txBox="1"/>
          <p:nvPr/>
        </p:nvSpPr>
        <p:spPr>
          <a:xfrm>
            <a:off x="4056509" y="5329084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Outlet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D368450-4F3F-9C1A-7229-361933A4B76C}"/>
              </a:ext>
            </a:extLst>
          </p:cNvPr>
          <p:cNvCxnSpPr>
            <a:endCxn id="26" idx="1"/>
          </p:cNvCxnSpPr>
          <p:nvPr/>
        </p:nvCxnSpPr>
        <p:spPr>
          <a:xfrm flipV="1">
            <a:off x="1553497" y="5513750"/>
            <a:ext cx="2503012" cy="7097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5F0A548A-C10E-1408-55A4-470A817FC716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1509089" y="4398468"/>
            <a:ext cx="2604319" cy="1393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2C76057C-4BD5-37DC-6F46-185B590CE823}"/>
              </a:ext>
            </a:extLst>
          </p:cNvPr>
          <p:cNvCxnSpPr>
            <a:cxnSpLocks/>
          </p:cNvCxnSpPr>
          <p:nvPr/>
        </p:nvCxnSpPr>
        <p:spPr>
          <a:xfrm>
            <a:off x="702926" y="1489586"/>
            <a:ext cx="37601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233D7C4-29F9-457C-C42C-9CECAEC2A85B}"/>
              </a:ext>
            </a:extLst>
          </p:cNvPr>
          <p:cNvCxnSpPr>
            <a:cxnSpLocks/>
          </p:cNvCxnSpPr>
          <p:nvPr/>
        </p:nvCxnSpPr>
        <p:spPr>
          <a:xfrm>
            <a:off x="1231617" y="968477"/>
            <a:ext cx="32314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Rechteck 33">
            <a:extLst>
              <a:ext uri="{FF2B5EF4-FFF2-40B4-BE49-F238E27FC236}">
                <a16:creationId xmlns:a16="http://schemas.microsoft.com/office/drawing/2014/main" id="{78F9302D-4A86-7E5A-C7DF-07DD94A9A158}"/>
              </a:ext>
            </a:extLst>
          </p:cNvPr>
          <p:cNvSpPr/>
          <p:nvPr/>
        </p:nvSpPr>
        <p:spPr>
          <a:xfrm rot="21252014">
            <a:off x="1416048" y="3846457"/>
            <a:ext cx="198990" cy="1207926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C29F352-2685-4198-BB80-CEF6B03D83F7}"/>
              </a:ext>
            </a:extLst>
          </p:cNvPr>
          <p:cNvCxnSpPr>
            <a:cxnSpLocks/>
          </p:cNvCxnSpPr>
          <p:nvPr/>
        </p:nvCxnSpPr>
        <p:spPr>
          <a:xfrm>
            <a:off x="5018226" y="966004"/>
            <a:ext cx="1901977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B7C515F-BC56-E899-E50C-FBDC1A9C7A60}"/>
              </a:ext>
            </a:extLst>
          </p:cNvPr>
          <p:cNvCxnSpPr>
            <a:cxnSpLocks/>
          </p:cNvCxnSpPr>
          <p:nvPr/>
        </p:nvCxnSpPr>
        <p:spPr>
          <a:xfrm>
            <a:off x="5621719" y="4398467"/>
            <a:ext cx="86235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A433CE7B-80DE-4D48-2CB9-B1151EB4556A}"/>
              </a:ext>
            </a:extLst>
          </p:cNvPr>
          <p:cNvCxnSpPr>
            <a:cxnSpLocks/>
          </p:cNvCxnSpPr>
          <p:nvPr/>
        </p:nvCxnSpPr>
        <p:spPr>
          <a:xfrm flipV="1">
            <a:off x="4812402" y="4989872"/>
            <a:ext cx="1937844" cy="52298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Rechteck 39">
            <a:extLst>
              <a:ext uri="{FF2B5EF4-FFF2-40B4-BE49-F238E27FC236}">
                <a16:creationId xmlns:a16="http://schemas.microsoft.com/office/drawing/2014/main" id="{229AAA81-E95A-035C-FCD6-2958DF9FC1D4}"/>
              </a:ext>
            </a:extLst>
          </p:cNvPr>
          <p:cNvSpPr/>
          <p:nvPr/>
        </p:nvSpPr>
        <p:spPr>
          <a:xfrm rot="198730">
            <a:off x="6384532" y="3323194"/>
            <a:ext cx="199084" cy="1528089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3" name="Textfeld 42">
            <a:extLst>
              <a:ext uri="{FF2B5EF4-FFF2-40B4-BE49-F238E27FC236}">
                <a16:creationId xmlns:a16="http://schemas.microsoft.com/office/drawing/2014/main" id="{67EE9986-25E7-037D-F116-E5C110953458}"/>
              </a:ext>
            </a:extLst>
          </p:cNvPr>
          <p:cNvSpPr txBox="1"/>
          <p:nvPr/>
        </p:nvSpPr>
        <p:spPr>
          <a:xfrm>
            <a:off x="8760655" y="2995553"/>
            <a:ext cx="2516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Outlet „</a:t>
            </a:r>
            <a:r>
              <a:rPr lang="de-DE" dirty="0" err="1"/>
              <a:t>sieve</a:t>
            </a:r>
            <a:r>
              <a:rPr lang="de-DE" dirty="0"/>
              <a:t>“ </a:t>
            </a:r>
            <a:r>
              <a:rPr lang="de-DE" dirty="0" err="1"/>
              <a:t>to</a:t>
            </a:r>
            <a:r>
              <a:rPr lang="de-DE" dirty="0"/>
              <a:t> hold  </a:t>
            </a:r>
            <a:r>
              <a:rPr lang="de-DE" dirty="0" err="1"/>
              <a:t>pellets</a:t>
            </a:r>
            <a:r>
              <a:rPr lang="de-DE" dirty="0"/>
              <a:t> in </a:t>
            </a:r>
            <a:r>
              <a:rPr lang="de-DE" dirty="0" err="1"/>
              <a:t>place</a:t>
            </a:r>
            <a:endParaRPr lang="de-DE" dirty="0"/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2A989476-443C-44D0-3A7A-C787AB44C498}"/>
              </a:ext>
            </a:extLst>
          </p:cNvPr>
          <p:cNvSpPr txBox="1"/>
          <p:nvPr/>
        </p:nvSpPr>
        <p:spPr>
          <a:xfrm>
            <a:off x="432618" y="75661"/>
            <a:ext cx="30188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High </a:t>
            </a:r>
            <a:r>
              <a:rPr lang="de-DE" b="1" dirty="0" err="1"/>
              <a:t>flow</a:t>
            </a:r>
            <a:r>
              <a:rPr lang="de-DE" b="1" dirty="0"/>
              <a:t> </a:t>
            </a:r>
            <a:r>
              <a:rPr lang="de-DE" b="1" dirty="0" err="1"/>
              <a:t>setup</a:t>
            </a:r>
            <a:r>
              <a:rPr lang="de-DE" b="1" dirty="0"/>
              <a:t> (</a:t>
            </a:r>
            <a:r>
              <a:rPr lang="de-DE" b="1" dirty="0" err="1"/>
              <a:t>new</a:t>
            </a:r>
            <a:r>
              <a:rPr lang="de-DE" b="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31704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</Words>
  <Application>Microsoft Office PowerPoint</Application>
  <PresentationFormat>Breitbild</PresentationFormat>
  <Paragraphs>11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Mettke, Judith</dc:creator>
  <cp:lastModifiedBy>Mettke, Judith</cp:lastModifiedBy>
  <cp:revision>1</cp:revision>
  <dcterms:created xsi:type="dcterms:W3CDTF">2025-07-03T14:07:34Z</dcterms:created>
  <dcterms:modified xsi:type="dcterms:W3CDTF">2025-07-03T14:24:35Z</dcterms:modified>
</cp:coreProperties>
</file>